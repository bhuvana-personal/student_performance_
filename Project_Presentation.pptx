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Student Performance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A Python-Based Data 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515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rPr dirty="0"/>
              <a:t>Presented by: </a:t>
            </a:r>
            <a:r>
              <a:rPr lang="en-US" dirty="0"/>
              <a:t>Mulakala Bhuvana </a:t>
            </a:r>
            <a:r>
              <a:rPr lang="en-US" dirty="0" err="1"/>
              <a:t>sri</a:t>
            </a:r>
            <a:r>
              <a:rPr lang="en-US" dirty="0"/>
              <a:t> </a:t>
            </a:r>
            <a:endParaRPr dirty="0"/>
          </a:p>
          <a:p>
            <a:pPr>
              <a:spcAft>
                <a:spcPts val="1500"/>
              </a:spcAft>
              <a:defRPr sz="2100"/>
            </a:pPr>
            <a:r>
              <a:rPr dirty="0" err="1"/>
              <a:t>B.Tech</a:t>
            </a:r>
            <a:r>
              <a:rPr dirty="0"/>
              <a:t> CSE</a:t>
            </a:r>
            <a:r>
              <a:rPr lang="en-US" dirty="0"/>
              <a:t>(Data science )</a:t>
            </a:r>
            <a:endParaRPr dirty="0"/>
          </a:p>
          <a:p>
            <a:pPr>
              <a:spcAft>
                <a:spcPts val="1500"/>
              </a:spcAft>
              <a:defRPr sz="2100"/>
            </a:pPr>
            <a:r>
              <a:rPr dirty="0"/>
              <a:t>Tools: Python • </a:t>
            </a:r>
            <a:r>
              <a:rPr dirty="0" err="1"/>
              <a:t>Streamlit</a:t>
            </a:r>
            <a:r>
              <a:rPr dirty="0"/>
              <a:t> • pandas • matplotlib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Marks stored in tables can take time to summarize manually.</a:t>
            </a:r>
          </a:p>
          <a:p>
            <a:pPr>
              <a:spcAft>
                <a:spcPts val="1500"/>
              </a:spcAft>
              <a:defRPr sz="2100"/>
            </a:pPr>
            <a:r>
              <a:t>Repeated calculations may lead to avoidable mistakes.</a:t>
            </a:r>
          </a:p>
          <a:p>
            <a:pPr>
              <a:spcAft>
                <a:spcPts val="1500"/>
              </a:spcAft>
              <a:defRPr sz="2100"/>
            </a:pPr>
            <a:r>
              <a:t>A dashboard can make subject trends and performance bands easier to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Load marks from a CSV file.</a:t>
            </a:r>
          </a:p>
          <a:p>
            <a:pPr>
              <a:spcAft>
                <a:spcPts val="1500"/>
              </a:spcAft>
              <a:defRPr sz="2100"/>
            </a:pPr>
            <a:r>
              <a:t>Calculate totals and averages automatically.</a:t>
            </a:r>
          </a:p>
          <a:p>
            <a:pPr>
              <a:spcAft>
                <a:spcPts val="1500"/>
              </a:spcAft>
              <a:defRPr sz="2100"/>
            </a:pPr>
            <a:r>
              <a:t>Visualize subject averages and performance-band distribution.</a:t>
            </a:r>
          </a:p>
          <a:p>
            <a:pPr>
              <a:spcAft>
                <a:spcPts val="1500"/>
              </a:spcAft>
              <a:defRPr sz="2100"/>
            </a:pPr>
            <a:r>
              <a:t>Highlight records below a selected average and export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Tools and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Python — application logic</a:t>
            </a:r>
          </a:p>
          <a:p>
            <a:pPr>
              <a:spcAft>
                <a:spcPts val="1500"/>
              </a:spcAft>
              <a:defRPr sz="2100"/>
            </a:pPr>
            <a:r>
              <a:t>pandas — tabular data and calculations</a:t>
            </a:r>
          </a:p>
          <a:p>
            <a:pPr>
              <a:spcAft>
                <a:spcPts val="1500"/>
              </a:spcAft>
              <a:defRPr sz="2100"/>
            </a:pPr>
            <a:r>
              <a:t>Streamlit — interactive dashboard</a:t>
            </a:r>
          </a:p>
          <a:p>
            <a:pPr>
              <a:spcAft>
                <a:spcPts val="1500"/>
              </a:spcAft>
              <a:defRPr sz="2100"/>
            </a:pPr>
            <a:r>
              <a:t>matplotlib — visual charts</a:t>
            </a:r>
          </a:p>
          <a:p>
            <a:pPr>
              <a:spcAft>
                <a:spcPts val="1500"/>
              </a:spcAft>
              <a:defRPr sz="2100"/>
            </a:pPr>
            <a:r>
              <a:t>CSV — simple data storage and exchange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How the System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1. Load sample or uploaded CSV.</a:t>
            </a:r>
          </a:p>
          <a:p>
            <a:pPr>
              <a:spcAft>
                <a:spcPts val="1500"/>
              </a:spcAft>
              <a:defRPr sz="2100"/>
            </a:pPr>
            <a:r>
              <a:t>2. Check required columns and clean numeric marks.</a:t>
            </a:r>
          </a:p>
          <a:p>
            <a:pPr>
              <a:spcAft>
                <a:spcPts val="1500"/>
              </a:spcAft>
              <a:defRPr sz="2100"/>
            </a:pPr>
            <a:r>
              <a:t>3. Calculate totals, averages, and performance bands.</a:t>
            </a:r>
          </a:p>
          <a:p>
            <a:pPr>
              <a:spcAft>
                <a:spcPts val="1500"/>
              </a:spcAft>
              <a:defRPr sz="2100"/>
            </a:pPr>
            <a:r>
              <a:t>4. Show summary metrics, tables, and charts.</a:t>
            </a:r>
          </a:p>
          <a:p>
            <a:pPr>
              <a:spcAft>
                <a:spcPts val="1500"/>
              </a:spcAft>
              <a:defRPr sz="2100"/>
            </a:pPr>
            <a:r>
              <a:t>5. Download analyzed results as CSV.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Main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Search students by name.</a:t>
            </a:r>
          </a:p>
          <a:p>
            <a:pPr>
              <a:spcAft>
                <a:spcPts val="1500"/>
              </a:spcAft>
              <a:defRPr sz="2100"/>
            </a:pPr>
            <a:r>
              <a:t>Set a threshold for highlighting lower averages.</a:t>
            </a:r>
          </a:p>
          <a:p>
            <a:pPr>
              <a:spcAft>
                <a:spcPts val="1500"/>
              </a:spcAft>
              <a:defRPr sz="2100"/>
            </a:pPr>
            <a:r>
              <a:t>View subject-wise class averages.</a:t>
            </a:r>
          </a:p>
          <a:p>
            <a:pPr>
              <a:spcAft>
                <a:spcPts val="1500"/>
              </a:spcAft>
              <a:defRPr sz="2100"/>
            </a:pPr>
            <a:r>
              <a:t>View performance-band distribution.</a:t>
            </a:r>
          </a:p>
          <a:p>
            <a:pPr>
              <a:spcAft>
                <a:spcPts val="1500"/>
              </a:spcAft>
              <a:defRPr sz="2100"/>
            </a:pPr>
            <a:r>
              <a:t>Download the analyzed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Expected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Summary cards: student count, class average, highest average, below-threshold count.</a:t>
            </a:r>
          </a:p>
          <a:p>
            <a:pPr>
              <a:spcAft>
                <a:spcPts val="1500"/>
              </a:spcAft>
              <a:defRPr sz="2100"/>
            </a:pPr>
            <a:r>
              <a:t>Student table with marks, total, average, and grade band.</a:t>
            </a:r>
          </a:p>
          <a:p>
            <a:pPr>
              <a:spcAft>
                <a:spcPts val="1500"/>
              </a:spcAft>
              <a:defRPr sz="2100"/>
            </a:pPr>
            <a:r>
              <a:t>Two charts and a list for follow-up learning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Limitations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Sample dataset is fictional and small.</a:t>
            </a:r>
          </a:p>
          <a:p>
            <a:pPr>
              <a:spcAft>
                <a:spcPts val="1500"/>
              </a:spcAft>
              <a:defRPr sz="2100"/>
            </a:pPr>
            <a:r>
              <a:t>Grade bands are simple rules, not an official grading policy.</a:t>
            </a:r>
          </a:p>
          <a:p>
            <a:pPr>
              <a:spcAft>
                <a:spcPts val="1500"/>
              </a:spcAft>
              <a:defRPr sz="2100"/>
            </a:pPr>
            <a:r>
              <a:t>Future scope: Excel upload, more subjects, configurable grading, attendance trends.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Demonstrates CSV handling, data cleaning, aggregation, visualization, and a small interactive Python app.</a:t>
            </a:r>
          </a:p>
          <a:p>
            <a:pPr>
              <a:spcAft>
                <a:spcPts val="1500"/>
              </a:spcAft>
              <a:defRPr sz="2100"/>
            </a:pPr>
            <a:r>
              <a:t>The dashboard supports review and discussion; it does not replace educator judgement.</a:t>
            </a:r>
          </a:p>
          <a:p>
            <a:pPr>
              <a:spcAft>
                <a:spcPts val="1500"/>
              </a:spcAft>
              <a:defRPr sz="2100"/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322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BHUVANA CHOWDARY</dc:creator>
  <cp:keywords/>
  <dc:description>generated using python-pptx</dc:description>
  <cp:lastModifiedBy>bhuvana mulakala</cp:lastModifiedBy>
  <cp:revision>2</cp:revision>
  <dcterms:created xsi:type="dcterms:W3CDTF">2013-01-27T09:14:16Z</dcterms:created>
  <dcterms:modified xsi:type="dcterms:W3CDTF">2026-10-24T10:04:29Z</dcterms:modified>
  <cp:category/>
</cp:coreProperties>
</file>